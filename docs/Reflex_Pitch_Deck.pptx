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965960"/>
            <a:ext cx="12161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REFLEX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0" y="3154680"/>
            <a:ext cx="1216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 visibility, without the WhatsApp thread.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703320" y="4160520"/>
            <a:ext cx="4754880" cy="502920"/>
          </a:xfrm>
          <a:prstGeom prst="roundRect">
            <a:avLst>
              <a:gd name="adj" fmla="val 50909"/>
            </a:avLst>
          </a:prstGeom>
          <a:solidFill>
            <a:srgbClr val="00A896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703320" y="416052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now  →  phoenix-reflex-readiness-sprint.onrender.com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0" y="6217920"/>
            <a:ext cx="1216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B8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71  ·  Reflex, The Readiness Sprint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retailers have no visibility into their own deliveries.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25980"/>
            <a:ext cx="320040" cy="3200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5" name="Text 3"/>
          <p:cNvSpPr txBox="1"/>
          <p:nvPr/>
        </p:nvSpPr>
        <p:spPr>
          <a:xfrm>
            <a:off x="548640" y="21259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965960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Kenyan retailers coordinate deliveries over WhatsApp and phone calls.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03220"/>
            <a:ext cx="320040" cy="3200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8" name="Text 6"/>
          <p:cNvSpPr txBox="1"/>
          <p:nvPr/>
        </p:nvSpPr>
        <p:spPr>
          <a:xfrm>
            <a:off x="548640" y="29032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743200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record of who's assigned, no status visibility, no proof of delivery.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680460"/>
            <a:ext cx="320040" cy="32004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1" name="Text 9"/>
          <p:cNvSpPr txBox="1"/>
          <p:nvPr/>
        </p:nvSpPr>
        <p:spPr>
          <a:xfrm>
            <a:off x="548640" y="36804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520440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something goes wrong, there's nothing to point to.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98080" y="182880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18120" y="21031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REAL COST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251460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“Where is my customer’s order?”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3520440"/>
            <a:ext cx="347472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retailer can't answer that without calling the rider directly — and there's no record of the exchange if something goes wrong.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REFLEX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Reflex gives every delivery a clear owner and a visible status at every stage.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</p:spPr>
      </p:sp>
      <p:sp>
        <p:nvSpPr>
          <p:cNvPr id="5" name="Text 3"/>
          <p:cNvSpPr txBox="1"/>
          <p:nvPr/>
        </p:nvSpPr>
        <p:spPr>
          <a:xfrm>
            <a:off x="777240" y="294436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EC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9184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Request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9476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Retailer logs a delivery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3291840"/>
            <a:ext cx="502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74720" y="28346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00A896"/>
          </a:solidFill>
        </p:spPr>
      </p:sp>
      <p:sp>
        <p:nvSpPr>
          <p:cNvPr id="10" name="Text 8"/>
          <p:cNvSpPr txBox="1"/>
          <p:nvPr/>
        </p:nvSpPr>
        <p:spPr>
          <a:xfrm>
            <a:off x="3611880" y="294436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EC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29184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Assign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79476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Dispatcher picks a rider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3291840"/>
            <a:ext cx="502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309360" y="28346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</p:spPr>
      </p:sp>
      <p:sp>
        <p:nvSpPr>
          <p:cNvPr id="15" name="Text 13"/>
          <p:cNvSpPr txBox="1"/>
          <p:nvPr/>
        </p:nvSpPr>
        <p:spPr>
          <a:xfrm>
            <a:off x="6446520" y="294436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EC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29184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Pick Up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79476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Rider confirms pickup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291840"/>
            <a:ext cx="502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144000" y="28346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00A896"/>
          </a:solidFill>
        </p:spPr>
      </p:sp>
      <p:sp>
        <p:nvSpPr>
          <p:cNvPr id="20" name="Text 18"/>
          <p:cNvSpPr txBox="1"/>
          <p:nvPr/>
        </p:nvSpPr>
        <p:spPr>
          <a:xfrm>
            <a:off x="9281160" y="294436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EC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329184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Deliver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794760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Rider confirms drop-off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920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manual coordination outside the app — no calling, no guessing.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REFLEX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Reflex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roles, three focused screens, one shared source of truth.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2514600"/>
            <a:ext cx="1005840" cy="10058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6" name="Text 4"/>
          <p:cNvSpPr txBox="1"/>
          <p:nvPr/>
        </p:nvSpPr>
        <p:spPr>
          <a:xfrm>
            <a:off x="1920240" y="25146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🏪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7033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Retailer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20624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the delivery request and watches it move through to Delivered.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23560" y="2514600"/>
            <a:ext cx="1005840" cy="10058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1" name="Text 9"/>
          <p:cNvSpPr txBox="1"/>
          <p:nvPr/>
        </p:nvSpPr>
        <p:spPr>
          <a:xfrm>
            <a:off x="5623560" y="25146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🧑‍💼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7033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Dispatcher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420624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Sees every open request and assigns it to a rider with one click.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3880" y="214884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2514600"/>
            <a:ext cx="1005840" cy="10058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6" name="Text 14"/>
          <p:cNvSpPr txBox="1"/>
          <p:nvPr/>
        </p:nvSpPr>
        <p:spPr>
          <a:xfrm>
            <a:off x="9326880" y="25146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🛵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7033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Rider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420624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Sees assigned deliveries and updates status, one step at a time.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Reflex Works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REFLEX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Deliberately simple, so every member can defend every layer.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Web App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265176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00A896"/>
          </a:solidFill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REST API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36576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00A896"/>
          </a:solidFill>
        </p:spPr>
      </p:sp>
      <p:sp>
        <p:nvSpPr>
          <p:cNvPr id="11" name="Text 9"/>
          <p:cNvSpPr txBox="1"/>
          <p:nvPr/>
        </p:nvSpPr>
        <p:spPr>
          <a:xfrm>
            <a:off x="640080" y="3977640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Flask Backend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66344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98348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02C39A"/>
          </a:solidFill>
        </p:spPr>
      </p:sp>
      <p:sp>
        <p:nvSpPr>
          <p:cNvPr id="14" name="Text 12"/>
          <p:cNvSpPr txBox="1"/>
          <p:nvPr/>
        </p:nvSpPr>
        <p:spPr>
          <a:xfrm>
            <a:off x="640080" y="4983480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SQLite Database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01168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304288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 HTML / CSS / JS via Jinja templates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97180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264408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93192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4224528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489204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5184648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— six endpoints: create, list, assign, update-status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REFLEX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 &amp; Working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D8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a mockup. A real, internet-facing application — right now.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00A896">
              <a:alpha val="1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https://phoenix-reflex-readiness-sprint.onrender.com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145536"/>
            <a:ext cx="292608" cy="29260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7" name="Text 5"/>
          <p:cNvSpPr txBox="1"/>
          <p:nvPr/>
        </p:nvSpPr>
        <p:spPr>
          <a:xfrm>
            <a:off x="640080" y="3145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0175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lifecycle tested end-to-end: create → assign → pick up → deliver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922776"/>
            <a:ext cx="292608" cy="29260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0" name="Text 8"/>
          <p:cNvSpPr txBox="1"/>
          <p:nvPr/>
        </p:nvSpPr>
        <p:spPr>
          <a:xfrm>
            <a:off x="640080" y="392277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7947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rules enforced server-side — can't be skipped or bypassed, even by calling the API directly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700016"/>
            <a:ext cx="292608" cy="29260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3" name="Text 11"/>
          <p:cNvSpPr txBox="1"/>
          <p:nvPr/>
        </p:nvSpPr>
        <p:spPr>
          <a:xfrm>
            <a:off x="640080" y="470001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5720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Deployed publicly, verified working after a real production bug was found and fixed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5477256"/>
            <a:ext cx="292608" cy="29260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6" name="Text 14"/>
          <p:cNvSpPr txBox="1"/>
          <p:nvPr/>
        </p:nvSpPr>
        <p:spPr>
          <a:xfrm>
            <a:off x="640080" y="547725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2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34924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focused, working screens — Retailer, Dispatcher, Rider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D8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&amp; Working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FD8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REFLEX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Trade-offs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know exactly where this system is weak, and why we accepted it anyway.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231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</p:spPr>
      </p:sp>
      <p:sp>
        <p:nvSpPr>
          <p:cNvPr id="6" name="Text 4"/>
          <p:cNvSpPr txBox="1"/>
          <p:nvPr/>
        </p:nvSpPr>
        <p:spPr>
          <a:xfrm>
            <a:off x="960120" y="2423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0896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real authentication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84048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access across all three views — the priority was proving the workflow, not access control.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214884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4231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</p:spPr>
      </p:sp>
      <p:sp>
        <p:nvSpPr>
          <p:cNvPr id="11" name="Text 9"/>
          <p:cNvSpPr txBox="1"/>
          <p:nvPr/>
        </p:nvSpPr>
        <p:spPr>
          <a:xfrm>
            <a:off x="4800600" y="2423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10896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live GPS tracking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84048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show status, not position. Visibility into “where it stands” was the actual problem to solve.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66760" y="214884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41080" y="24231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</p:spPr>
      </p:sp>
      <p:sp>
        <p:nvSpPr>
          <p:cNvPr id="16" name="Text 14"/>
          <p:cNvSpPr txBox="1"/>
          <p:nvPr/>
        </p:nvSpPr>
        <p:spPr>
          <a:xfrm>
            <a:off x="8641080" y="2423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310896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Polling, not real-time sync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84048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screen refreshes every 3 seconds — simple, reliable, and invisible in a live demo.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Trade-offs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REFLEX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Roadmap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know what's next, in priority order.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42900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</p:spPr>
      </p:sp>
      <p:sp>
        <p:nvSpPr>
          <p:cNvPr id="5" name="Text 3"/>
          <p:cNvSpPr txBox="1"/>
          <p:nvPr/>
        </p:nvSpPr>
        <p:spPr>
          <a:xfrm>
            <a:off x="685800" y="2103120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NOW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3429000" cy="2788920"/>
          </a:xfrm>
          <a:prstGeom prst="roundRect">
            <a:avLst>
              <a:gd name="adj" fmla="val 2623"/>
            </a:avLst>
          </a:prstGeom>
          <a:solidFill>
            <a:srgbClr val="F4FA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177540"/>
            <a:ext cx="146304" cy="146304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8" name="Text 6"/>
          <p:cNvSpPr txBox="1"/>
          <p:nvPr/>
        </p:nvSpPr>
        <p:spPr>
          <a:xfrm>
            <a:off x="1188720" y="290779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request → assign → pick up → deliver flow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954780"/>
            <a:ext cx="146304" cy="146304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0" name="Text 8"/>
          <p:cNvSpPr txBox="1"/>
          <p:nvPr/>
        </p:nvSpPr>
        <p:spPr>
          <a:xfrm>
            <a:off x="1188720" y="368503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end-to-end, live and deployed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26280" y="2103120"/>
            <a:ext cx="3429000" cy="594360"/>
          </a:xfrm>
          <a:prstGeom prst="roundRect">
            <a:avLst>
              <a:gd name="adj" fmla="val 12308"/>
            </a:avLst>
          </a:prstGeom>
          <a:solidFill>
            <a:srgbClr val="00A896"/>
          </a:solidFill>
        </p:spPr>
      </p:sp>
      <p:sp>
        <p:nvSpPr>
          <p:cNvPr id="12" name="Text 10"/>
          <p:cNvSpPr txBox="1"/>
          <p:nvPr/>
        </p:nvSpPr>
        <p:spPr>
          <a:xfrm>
            <a:off x="4526280" y="2103120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NEXT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26280" y="2788920"/>
            <a:ext cx="3429000" cy="2788920"/>
          </a:xfrm>
          <a:prstGeom prst="roundRect">
            <a:avLst>
              <a:gd name="adj" fmla="val 2623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3177540"/>
            <a:ext cx="146304" cy="146304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5" name="Text 13"/>
          <p:cNvSpPr txBox="1"/>
          <p:nvPr/>
        </p:nvSpPr>
        <p:spPr>
          <a:xfrm>
            <a:off x="5029200" y="290779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authentication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54880" y="3954780"/>
            <a:ext cx="146304" cy="146304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7" name="Text 15"/>
          <p:cNvSpPr txBox="1"/>
          <p:nvPr/>
        </p:nvSpPr>
        <p:spPr>
          <a:xfrm>
            <a:off x="5029200" y="368503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updates (WebSockets/SSE)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4732020"/>
            <a:ext cx="146304" cy="146304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9" name="Text 17"/>
          <p:cNvSpPr txBox="1"/>
          <p:nvPr/>
        </p:nvSpPr>
        <p:spPr>
          <a:xfrm>
            <a:off x="5029200" y="446227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QR-based delivery confirmation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66760" y="2103120"/>
            <a:ext cx="3429000" cy="594360"/>
          </a:xfrm>
          <a:prstGeom prst="roundRect">
            <a:avLst>
              <a:gd name="adj" fmla="val 12308"/>
            </a:avLst>
          </a:prstGeom>
          <a:solidFill>
            <a:srgbClr val="02C39A"/>
          </a:solidFill>
        </p:spPr>
      </p:sp>
      <p:sp>
        <p:nvSpPr>
          <p:cNvPr id="21" name="Text 19"/>
          <p:cNvSpPr txBox="1"/>
          <p:nvPr/>
        </p:nvSpPr>
        <p:spPr>
          <a:xfrm>
            <a:off x="8366760" y="2103120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LATER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66760" y="2788920"/>
            <a:ext cx="3429000" cy="2788920"/>
          </a:xfrm>
          <a:prstGeom prst="roundRect">
            <a:avLst>
              <a:gd name="adj" fmla="val 2623"/>
            </a:avLst>
          </a:prstGeom>
          <a:solidFill>
            <a:srgbClr val="F4FAF9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0" y="3177540"/>
            <a:ext cx="146304" cy="14630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4" name="Text 22"/>
          <p:cNvSpPr txBox="1"/>
          <p:nvPr/>
        </p:nvSpPr>
        <p:spPr>
          <a:xfrm>
            <a:off x="8869680" y="290779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GPS tracking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595360" y="3954780"/>
            <a:ext cx="146304" cy="14630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6" name="Text 24"/>
          <p:cNvSpPr txBox="1"/>
          <p:nvPr/>
        </p:nvSpPr>
        <p:spPr>
          <a:xfrm>
            <a:off x="8869680" y="368503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Push / SMS notifications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595360" y="4732020"/>
            <a:ext cx="146304" cy="14630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8" name="Text 26"/>
          <p:cNvSpPr txBox="1"/>
          <p:nvPr/>
        </p:nvSpPr>
        <p:spPr>
          <a:xfrm>
            <a:off x="8869680" y="446227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on delivery times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0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REFLEX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working product, not a promise.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FD8D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can show you Reflex running, end to end, right now.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54680" y="3794760"/>
            <a:ext cx="5852160" cy="594360"/>
          </a:xfrm>
          <a:prstGeom prst="roundRect">
            <a:avLst>
              <a:gd name="adj" fmla="val 49231"/>
            </a:avLst>
          </a:prstGeom>
          <a:solidFill>
            <a:srgbClr val="00A896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154680" y="3794760"/>
            <a:ext cx="5852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phoenix-reflex-readiness-sprint.onrender.com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0" y="4937760"/>
            <a:ext cx="1216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2864</Words>
  <Application>WPS Presentation</Application>
  <PresentationFormat>On-screen Show (16:9)</PresentationFormat>
  <Paragraphs>226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CANDICE MOKEIRA</cp:lastModifiedBy>
  <cp:revision>4</cp:revision>
  <dcterms:created xsi:type="dcterms:W3CDTF">2026-09-05T06:03:00Z</dcterms:created>
  <dcterms:modified xsi:type="dcterms:W3CDTF">2026-09-05T08:17:10Z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11F1B3CB11B24A46B8A03E6F8B14C334_12</vt:lpwstr>
  </property>
</Properties>
</file>